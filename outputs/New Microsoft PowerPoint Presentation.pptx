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6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9830-1032-4945-96A5-8FF7DEDC7CA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F15D-BC11-4851-AEC5-C1207C9DD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759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9830-1032-4945-96A5-8FF7DEDC7CA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6F75F15D-BC11-4851-AEC5-C1207C9DD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829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9830-1032-4945-96A5-8FF7DEDC7CA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F15D-BC11-4851-AEC5-C1207C9DD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697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9830-1032-4945-96A5-8FF7DEDC7CA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F15D-BC11-4851-AEC5-C1207C9DD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407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9830-1032-4945-96A5-8FF7DEDC7CA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F15D-BC11-4851-AEC5-C1207C9DD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580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9830-1032-4945-96A5-8FF7DEDC7CA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F15D-BC11-4851-AEC5-C1207C9DD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093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9830-1032-4945-96A5-8FF7DEDC7CA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F15D-BC11-4851-AEC5-C1207C9DD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051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9830-1032-4945-96A5-8FF7DEDC7CA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F15D-BC11-4851-AEC5-C1207C9DD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1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9830-1032-4945-96A5-8FF7DEDC7CA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F15D-BC11-4851-AEC5-C1207C9DD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53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9830-1032-4945-96A5-8FF7DEDC7CA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F15D-BC11-4851-AEC5-C1207C9DD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365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9830-1032-4945-96A5-8FF7DEDC7CA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F15D-BC11-4851-AEC5-C1207C9DD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219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9830-1032-4945-96A5-8FF7DEDC7CA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F15D-BC11-4851-AEC5-C1207C9DD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014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9830-1032-4945-96A5-8FF7DEDC7CA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F15D-BC11-4851-AEC5-C1207C9DD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776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9830-1032-4945-96A5-8FF7DEDC7CA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F15D-BC11-4851-AEC5-C1207C9DD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804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9830-1032-4945-96A5-8FF7DEDC7CA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F15D-BC11-4851-AEC5-C1207C9DD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130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9830-1032-4945-96A5-8FF7DEDC7CA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F15D-BC11-4851-AEC5-C1207C9DD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2702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59830-1032-4945-96A5-8FF7DEDC7CA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5F15D-BC11-4851-AEC5-C1207C9DD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228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3D59830-1032-4945-96A5-8FF7DEDC7CA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F75F15D-BC11-4851-AEC5-C1207C9DD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524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26A34-6FF5-72F7-D99E-F96D0C3AC6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ClinicalTrails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5429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32D595-0CCF-7147-FE0A-93629AA3C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008" y="100546"/>
            <a:ext cx="7626208" cy="25420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7CED36-E348-FCB3-26E4-303B8D91C0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7928" y="2814177"/>
            <a:ext cx="3447288" cy="25854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9E0206-17FF-A088-3F1B-8ECB3A1854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008" y="2688379"/>
            <a:ext cx="4072016" cy="305401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AEE15CF-A741-3BD1-920D-6FFD646F3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7" y="100546"/>
            <a:ext cx="4085348" cy="332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CFE5D18-928E-CF23-4CF7-9031ED1365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30"/>
          <a:stretch>
            <a:fillRect/>
          </a:stretch>
        </p:blipFill>
        <p:spPr bwMode="auto">
          <a:xfrm>
            <a:off x="101158" y="3538728"/>
            <a:ext cx="4085348" cy="2825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0881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E27334-0915-B8CE-4EBC-5C55801A0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24" y="160565"/>
            <a:ext cx="4008362" cy="30062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61EA76-7FC0-BF2E-8EBE-ED16031091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28" y="3665764"/>
            <a:ext cx="11321143" cy="30189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5D5CAB-0ED4-6031-E8B0-20AEEC3FC3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657" y="160566"/>
            <a:ext cx="4197048" cy="314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498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8BE2-42C4-F82C-7D61-2E5A09DE0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429" y="163437"/>
            <a:ext cx="9393917" cy="31313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16DB4C-89D0-90D1-C108-8801489E3A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644" y="3439885"/>
            <a:ext cx="10577702" cy="325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454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3ED16C-9275-837E-050D-2C7B24F85F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5" y="91621"/>
            <a:ext cx="3732358" cy="27992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308F47-1B66-D45A-DB6E-AC1A86584E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5309" y="107588"/>
            <a:ext cx="4164636" cy="31234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808351-62E8-A736-AF27-A39780238B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1656" y="3684458"/>
            <a:ext cx="7358289" cy="30659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5F09A1-5967-F8A3-A7DA-C795B9849F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682" y="107588"/>
            <a:ext cx="3732358" cy="27992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6DD55C-7386-A4B1-5E52-21ACE87F72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4" y="3684459"/>
            <a:ext cx="4087939" cy="306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440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815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8BE5A8-6C74-7FAE-16FC-2BAE4426A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910" y="134409"/>
            <a:ext cx="7870522" cy="26235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B497A7-B6DC-ED4E-C58A-449A808FB8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3252" y="2903148"/>
            <a:ext cx="3782180" cy="2836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10D4D0-C96C-4BCB-8289-1638117C3A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910" y="2994588"/>
            <a:ext cx="3782180" cy="2836635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9641008A-F638-14F4-0941-811B06918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69" y="134409"/>
            <a:ext cx="3925080" cy="287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14D7A67-181F-D673-3248-AAEC867F5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68" y="3245597"/>
            <a:ext cx="3925080" cy="279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3377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D0B952-85E1-17A8-36AC-D4E56E076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7770" y="204107"/>
            <a:ext cx="4559905" cy="34199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780A5B-ECEB-DBDF-E614-ED4EEA67FE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627" y="3994876"/>
            <a:ext cx="9971315" cy="26590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C2FB9B-1A2E-5C70-5F12-A82547F17F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682" y="204107"/>
            <a:ext cx="3545356" cy="265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74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D9C9E4-0584-7104-5029-9AF982E891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0514" y="3927322"/>
            <a:ext cx="8432346" cy="28107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0E5783-A9DA-AD00-1F38-F72D59DC43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6397" y="119895"/>
            <a:ext cx="8242711" cy="253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14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D684DC-1E4D-B25B-E861-909D08466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34" y="3851137"/>
            <a:ext cx="3833770" cy="28753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825EA6-9723-00E1-9463-67AB7B86B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269" y="157388"/>
            <a:ext cx="3767665" cy="2825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BA20C4-2FE6-B9A0-9763-B6BE98EA1E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477" y="3851137"/>
            <a:ext cx="6983789" cy="29099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D59157-6186-5BEA-24F4-334FCC1710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56" y="157388"/>
            <a:ext cx="4024087" cy="30180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21178A-AEB7-BB14-E395-AD402660EF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060" y="189592"/>
            <a:ext cx="3879884" cy="290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4136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EB8F22"/>
      </a:accent1>
      <a:accent2>
        <a:srgbClr val="CD4223"/>
      </a:accent2>
      <a:accent3>
        <a:srgbClr val="A89374"/>
      </a:accent3>
      <a:accent4>
        <a:srgbClr val="83AA67"/>
      </a:accent4>
      <a:accent5>
        <a:srgbClr val="4FA9C1"/>
      </a:accent5>
      <a:accent6>
        <a:srgbClr val="9390AF"/>
      </a:accent6>
      <a:hlink>
        <a:srgbClr val="EC7220"/>
      </a:hlink>
      <a:folHlink>
        <a:srgbClr val="F0935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49</TotalTime>
  <Words>1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Corbel</vt:lpstr>
      <vt:lpstr>Parallax</vt:lpstr>
      <vt:lpstr>ClinicalTrails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Shasank Shekhar Padhi</dc:creator>
  <cp:lastModifiedBy>Shasank Shekhar Padhi</cp:lastModifiedBy>
  <cp:revision>1</cp:revision>
  <dcterms:created xsi:type="dcterms:W3CDTF">2026-03-26T20:56:33Z</dcterms:created>
  <dcterms:modified xsi:type="dcterms:W3CDTF">2026-03-26T21:46:03Z</dcterms:modified>
</cp:coreProperties>
</file>